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603a40e8b541c5" /><Relationship Type="http://schemas.openxmlformats.org/officeDocument/2006/relationships/extended-properties" Target="/docProps/app.xml" Id="R4e20381659c443b4" /><Relationship Type="http://schemas.openxmlformats.org/officeDocument/2006/relationships/officeDocument" Target="/ppt/presentation.xml" Id="R97045f11b8cb4d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bb929fc704da6"/>
  </p:sldMasterIdLst>
  <p:notesMasterIdLst>
    <p:notesMasterId xmlns:r="http://schemas.openxmlformats.org/officeDocument/2006/relationships" r:id="R9fba4742a81f4203"/>
  </p:notesMasterIdLst>
  <p:sldIdLst>
    <p:sldId xmlns:r="http://schemas.openxmlformats.org/officeDocument/2006/relationships" id="256" r:id="R598b921d630d4baa"/>
    <p:sldId xmlns:r="http://schemas.openxmlformats.org/officeDocument/2006/relationships" id="257" r:id="Rd6f954183f1a4c3a"/>
    <p:sldId xmlns:r="http://schemas.openxmlformats.org/officeDocument/2006/relationships" id="258" r:id="R904aa743ad244f29"/>
    <p:sldId xmlns:r="http://schemas.openxmlformats.org/officeDocument/2006/relationships" id="259" r:id="R693f4e2af0cd4769"/>
    <p:sldId xmlns:r="http://schemas.openxmlformats.org/officeDocument/2006/relationships" id="260" r:id="Rf8421a1ca6ea4883"/>
    <p:sldId xmlns:r="http://schemas.openxmlformats.org/officeDocument/2006/relationships" id="261" r:id="R93ebbea191514fa9"/>
    <p:sldId xmlns:r="http://schemas.openxmlformats.org/officeDocument/2006/relationships" id="262" r:id="Rb1c8fc356fdf48a1"/>
    <p:sldId xmlns:r="http://schemas.openxmlformats.org/officeDocument/2006/relationships" id="263" r:id="Rdae5e84788364faa"/>
    <p:sldId xmlns:r="http://schemas.openxmlformats.org/officeDocument/2006/relationships" id="264" r:id="Ref48024bdd3c4add"/>
    <p:sldId xmlns:r="http://schemas.openxmlformats.org/officeDocument/2006/relationships" id="265" r:id="Rd84e8be426914770"/>
    <p:sldId xmlns:r="http://schemas.openxmlformats.org/officeDocument/2006/relationships" id="266" r:id="R170238233c1a4003"/>
    <p:sldId xmlns:r="http://schemas.openxmlformats.org/officeDocument/2006/relationships" id="267" r:id="R244367e59bca4750"/>
    <p:sldId xmlns:r="http://schemas.openxmlformats.org/officeDocument/2006/relationships" id="268" r:id="R6cbc868b5c1744eb"/>
    <p:sldId xmlns:r="http://schemas.openxmlformats.org/officeDocument/2006/relationships" id="269" r:id="R02b7ec884ff640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b8e78c8c0d457d" /><Relationship Type="http://schemas.openxmlformats.org/officeDocument/2006/relationships/slideMaster" Target="/ppt/slideMasters/slideMaster1.xml" Id="Ree5bb929fc704da6" /><Relationship Type="http://schemas.openxmlformats.org/officeDocument/2006/relationships/notesMaster" Target="/ppt/notesMasters/notesMaster1.xml" Id="R9fba4742a81f4203" /><Relationship Type="http://schemas.openxmlformats.org/officeDocument/2006/relationships/presProps" Target="/ppt/presProps.xml" Id="R366d48edb1ce424f" /><Relationship Type="http://schemas.openxmlformats.org/officeDocument/2006/relationships/tableStyles" Target="/ppt/tableStyles.xml" Id="R8da792db7cb14059" /><Relationship Type="http://schemas.openxmlformats.org/officeDocument/2006/relationships/slide" Target="/ppt/slides/slide1.xml" Id="R598b921d630d4baa" /><Relationship Type="http://schemas.openxmlformats.org/officeDocument/2006/relationships/slide" Target="/ppt/slides/slide2.xml" Id="Rd6f954183f1a4c3a" /><Relationship Type="http://schemas.openxmlformats.org/officeDocument/2006/relationships/slide" Target="/ppt/slides/slide3.xml" Id="R904aa743ad244f29" /><Relationship Type="http://schemas.openxmlformats.org/officeDocument/2006/relationships/slide" Target="/ppt/slides/slide4.xml" Id="R693f4e2af0cd4769" /><Relationship Type="http://schemas.openxmlformats.org/officeDocument/2006/relationships/slide" Target="/ppt/slides/slide5.xml" Id="Rf8421a1ca6ea4883" /><Relationship Type="http://schemas.openxmlformats.org/officeDocument/2006/relationships/slide" Target="/ppt/slides/slide6.xml" Id="R93ebbea191514fa9" /><Relationship Type="http://schemas.openxmlformats.org/officeDocument/2006/relationships/slide" Target="/ppt/slides/slide7.xml" Id="Rb1c8fc356fdf48a1" /><Relationship Type="http://schemas.openxmlformats.org/officeDocument/2006/relationships/slide" Target="/ppt/slides/slide8.xml" Id="Rdae5e84788364faa" /><Relationship Type="http://schemas.openxmlformats.org/officeDocument/2006/relationships/slide" Target="/ppt/slides/slide9.xml" Id="Ref48024bdd3c4add" /><Relationship Type="http://schemas.openxmlformats.org/officeDocument/2006/relationships/slide" Target="/ppt/slides/slide10.xml" Id="Rd84e8be426914770" /><Relationship Type="http://schemas.openxmlformats.org/officeDocument/2006/relationships/slide" Target="/ppt/slides/slide11.xml" Id="R170238233c1a4003" /><Relationship Type="http://schemas.openxmlformats.org/officeDocument/2006/relationships/slide" Target="/ppt/slides/slide12.xml" Id="R244367e59bca4750" /><Relationship Type="http://schemas.openxmlformats.org/officeDocument/2006/relationships/slide" Target="/ppt/slides/slide13.xml" Id="R6cbc868b5c1744eb" /><Relationship Type="http://schemas.openxmlformats.org/officeDocument/2006/relationships/slide" Target="/ppt/slides/slide14.xml" Id="R02b7ec884ff640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b76945cbc74e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e4f4bbdbc94f22" /><Relationship Type="http://schemas.openxmlformats.org/officeDocument/2006/relationships/notesMaster" Target="/ppt/notesMasters/notesMaster1.xml" Id="Ra62d2cb635c94d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de1c48c73946ea" /><Relationship Type="http://schemas.openxmlformats.org/officeDocument/2006/relationships/notesMaster" Target="/ppt/notesMasters/notesMaster1.xml" Id="Rbc2596a6392a42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d89a542ddf4d64" /><Relationship Type="http://schemas.openxmlformats.org/officeDocument/2006/relationships/notesMaster" Target="/ppt/notesMasters/notesMaster1.xml" Id="R45273d63f88340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c367b6520d4e4e" /><Relationship Type="http://schemas.openxmlformats.org/officeDocument/2006/relationships/notesMaster" Target="/ppt/notesMasters/notesMaster1.xml" Id="R0c82658b6e6946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b873a732a04e17" /><Relationship Type="http://schemas.openxmlformats.org/officeDocument/2006/relationships/notesMaster" Target="/ppt/notesMasters/notesMaster1.xml" Id="R29cc410c223c46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41b8b9638c46e1" /><Relationship Type="http://schemas.openxmlformats.org/officeDocument/2006/relationships/notesMaster" Target="/ppt/notesMasters/notesMaster1.xml" Id="R5dc0ee17483b49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59a64b9437410f" /><Relationship Type="http://schemas.openxmlformats.org/officeDocument/2006/relationships/notesMaster" Target="/ppt/notesMasters/notesMaster1.xml" Id="R1ae5294840e549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4dee78bd8b4e71" /><Relationship Type="http://schemas.openxmlformats.org/officeDocument/2006/relationships/notesMaster" Target="/ppt/notesMasters/notesMaster1.xml" Id="R391fa0eda05a4f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41cc86262e4fe5" /><Relationship Type="http://schemas.openxmlformats.org/officeDocument/2006/relationships/notesMaster" Target="/ppt/notesMasters/notesMaster1.xml" Id="R9d45599769c448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e25768eb1541a4" /><Relationship Type="http://schemas.openxmlformats.org/officeDocument/2006/relationships/notesMaster" Target="/ppt/notesMasters/notesMaster1.xml" Id="Re8494ce9ffa946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4427aeeafc4ec0" /><Relationship Type="http://schemas.openxmlformats.org/officeDocument/2006/relationships/notesMaster" Target="/ppt/notesMasters/notesMaster1.xml" Id="Ra935322ae41440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aede866cff4e51" /><Relationship Type="http://schemas.openxmlformats.org/officeDocument/2006/relationships/notesMaster" Target="/ppt/notesMasters/notesMaster1.xml" Id="R50af021187d64f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8f213bcf8748fc" /><Relationship Type="http://schemas.openxmlformats.org/officeDocument/2006/relationships/notesMaster" Target="/ppt/notesMasters/notesMaster1.xml" Id="Rdce82c01ccf245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de241d0c9e48d8" /><Relationship Type="http://schemas.openxmlformats.org/officeDocument/2006/relationships/notesMaster" Target="/ppt/notesMasters/notesMaster1.xml" Id="R833535931d474e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df395081e4b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0406c23bfd4c00" /><Relationship Type="http://schemas.openxmlformats.org/officeDocument/2006/relationships/slideLayout" Target="/ppt/slideLayouts/slideLayout1.xml" Id="Re31f1992edc948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1f1992edc948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228da1c4c4ba0" /><Relationship Type="http://schemas.openxmlformats.org/officeDocument/2006/relationships/notesSlide" Target="/ppt/notesSlides/notesSlide1.xml" Id="R47ca3b5d360041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eb0a42a8e42be" /><Relationship Type="http://schemas.openxmlformats.org/officeDocument/2006/relationships/notesSlide" Target="/ppt/notesSlides/notesSlide2.xml" Id="R5f6d4b4cb92241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8d6b49a634a48" /><Relationship Type="http://schemas.openxmlformats.org/officeDocument/2006/relationships/notesSlide" Target="/ppt/notesSlides/notesSlide3.xml" Id="R13656722ac6d45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e9b7c80da442e" /><Relationship Type="http://schemas.openxmlformats.org/officeDocument/2006/relationships/notesSlide" Target="/ppt/notesSlides/notesSlide4.xml" Id="R825d14f12fc0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e779aafd84fe6" /><Relationship Type="http://schemas.openxmlformats.org/officeDocument/2006/relationships/notesSlide" Target="/ppt/notesSlides/notesSlide5.xml" Id="Rf41b66a31c0249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aceadcc5242b8" /><Relationship Type="http://schemas.openxmlformats.org/officeDocument/2006/relationships/notesSlide" Target="/ppt/notesSlides/notesSlide6.xml" Id="R6dbe0920be3b4f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1fce9daad4002" /><Relationship Type="http://schemas.openxmlformats.org/officeDocument/2006/relationships/notesSlide" Target="/ppt/notesSlides/notesSlide7.xml" Id="R8c6a2237533c47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3ff1d2125496c" /><Relationship Type="http://schemas.openxmlformats.org/officeDocument/2006/relationships/notesSlide" Target="/ppt/notesSlides/notesSlide8.xml" Id="Rb17411be1f644c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f1c8a0ca04da4" /><Relationship Type="http://schemas.openxmlformats.org/officeDocument/2006/relationships/notesSlide" Target="/ppt/notesSlides/notesSlide9.xml" Id="R416dcae520a247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bbbd75a0f4618" /><Relationship Type="http://schemas.openxmlformats.org/officeDocument/2006/relationships/notesSlide" Target="/ppt/notesSlides/notesSlide10.xml" Id="R3527048c011f46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16e41a36d4dda" /><Relationship Type="http://schemas.openxmlformats.org/officeDocument/2006/relationships/notesSlide" Target="/ppt/notesSlides/notesSlide11.xml" Id="R0a2a0172543f48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5100cc4804f00" /><Relationship Type="http://schemas.openxmlformats.org/officeDocument/2006/relationships/notesSlide" Target="/ppt/notesSlides/notesSlide12.xml" Id="Red68e8dc2c4748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e9f1e48f24d83" /><Relationship Type="http://schemas.openxmlformats.org/officeDocument/2006/relationships/notesSlide" Target="/ppt/notesSlides/notesSlide13.xml" Id="R92aab2a9a48146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a743dbeb9446c" /><Relationship Type="http://schemas.openxmlformats.org/officeDocument/2006/relationships/notesSlide" Target="/ppt/notesSlides/notesSlide14.xml" Id="R42fb293d84fd4f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7904B-F89C-4309-BF9A-70733FEB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48C2F-ACB5-4B2D-877E-A210485F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70F55-E475-4F8E-990C-63919A4C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Markets, demand, and supply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92063-7E9B-4F22-8AED-06A7257C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Which decision changed first: willingness to buy, willingness to supply, or the posted price?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5DCF3-939B-4EBB-A9C3-217ECB11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D552F-99FE-4A87-8836-EAB53302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62E35-C4F8-4580-8081-AEF21C8C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Build the baseline market before you describe a shock.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0EF82-3147-42CD-BB96-3B9082AC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23566-687B-4C3D-B1E9-42AFADE9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703271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6021F-D205-4C7A-9E5F-B58CFFAA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42BCE-9BAB-4A5F-BC14-643458F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55DF3-3AD3-444B-ACBA-8B4897B6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Consumer choice and willingness to 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C6F84-3768-44B9-86E2-987D9068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What does one price hide about people who receive very different value?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C99DF-99E7-478A-84AD-3E3DA2CF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1A0AF-62D7-4D9B-AF65-E5FD41F0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97A92-CEBF-4E2D-B03B-86D8ADA5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Separate firm revenue from consumer surplus and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0A05C-CC9E-439D-9147-D8302287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6A2CA-8BAB-4A34-88D2-775109ED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683070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1D75F-F464-40DF-B07F-EA4DF6D2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F42F4-4367-4E03-B3FF-AD01F41D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39E5E-6912-4267-876C-A6C297FD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Costs, revenue, and profit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A3A36-36CE-470B-8C23-6F4812F0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Why can a digital product with a low serving cost still face a hard decision?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3CFC4-8AF2-4F13-A6B0-136913A3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5B5D5-285B-403D-9D54-CC3E0E46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7268D-8243-4FF7-8CCA-E89DD1C6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Keep fixed cost distinct from the marginal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8A482-5E87-4A23-AFC9-8E8B9D32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E0790-6629-46FE-A4D5-8AD70507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960118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BB1C5-C5ED-4062-AFD2-D56F5423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AF96B-A26E-4C1E-A468-AE0B22E8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633A3-DFC7-41FE-8045-D8C52D53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Elasticity, incidence, and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7E451-D7BB-4E37-8776-E371FD67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Why can a constant slope coexist with changing responsiveness?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2E22E-D167-4B6B-9748-61AA9870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B3A9C-31DB-45C2-94A8-D32E7908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D7B38-AE4A-40C3-8319-B41942EF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Calculate percentage change before reading the graph.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6560A-A19E-46F5-80B1-87C71712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BF6A6-D971-48A6-8097-C0252747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1091069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C5AA3-7C4A-4C22-A062-52984C8F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7DED8-6B82-4F06-B34C-EE623A72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11622-CA6E-4B90-84B6-5D079889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Market power, markup, and churn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C326B-FFE5-43B3-BD36-48248AA0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What is lost when a firm pursues price without modeling retention?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2820E-8873-4D8B-9728-CFF351B2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4FC7D-0F4B-4709-B347-220BA1C4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827EC-72BC-4598-9D07-8B21E93E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Name the time horizon and the customer-loss mechanism.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C8868-6A12-4DAF-B754-57D10ABD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BA368-3C3F-44C2-92CC-5FC79A8F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332348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81154-291D-4F78-B8E3-A086DC87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24F99-4C85-4A8E-AAAE-424BE2F8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FB12F-C02A-44B6-982E-500EA480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Price discrimination and tier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2BE97-F262-436D-961C-12241ECF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How can a menu separate customers without inviting high-value downgrades?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A087A-BF9B-4F8E-9593-ED68C4D7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FA2B9-8352-4241-8EF4-8A01F88E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B2D33-25F9-4E63-B2BE-F8097462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Every tier needs a job, a fence, and a downgrade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F704E-C1AB-4A5F-9741-9850FC80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FECB9-CB9F-4F21-8089-82ABFEE2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332115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F0A42-6BDF-4D8D-9C25-65F4E29F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A1C67-E92D-402C-9676-489FB29F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197E5-8D3B-4ABA-A984-E36B0D8C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Interactive Pricing Session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AA718-C88D-42CA-A286-5951C9D6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Can a recommendation explain the 18 percent loss without overstating the evidence?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040E0-EDFF-46E8-8ADB-71C31F0C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F27AE-0F4E-46F7-8B29-9C73D71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2DFC7-0B04-4B9D-9F83-90106028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Frame, ground, revise, and state the next evidence to collect.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1460D-D17D-4D61-8400-614B3E4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97E81-7F4D-4B28-A298-8D87CC42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14233376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62A62-0CB9-42B5-A9A2-E5A43502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A823F-F6C2-445B-9084-75729093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E6535-9BC6-4A24-8E83-24288453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Oligopoly and strategic pricing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81049-102A-4883-8BB5-380A4C40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How does a recommendation change when a competitor can react?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4C45F-9367-49B3-ACE5-41A386FB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C4D18-A40F-4D04-9BF5-7FE2C9BF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C5B7F-A855-4F68-A262-32C9EF11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State the rival's best response, not just its posted price.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B2C6C-6A2C-45C0-9AAD-3FD2DC27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641AC-0A06-4954-9CF9-2C6E9566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776298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B6D35-A177-4D67-9A78-55D60CF0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84B97-2F73-4D60-A85E-CA05723E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1189D-C3CB-40A0-BB82-A48310D8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Bundling and two-sided platforms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10B77-F235-4EB1-9E6B-70E52911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When does a bundle create value and when does it hide a subsidy?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D6765-184D-43E6-8644-61CAF325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25866-3B7F-44C0-9DC4-64DB60F5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B342C-082E-4F98-831A-2715FD0A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Track both the viewer side and the advertiser side.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6BF46-7A9F-48CB-BE65-B13B999F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B7F88-F326-41F8-B31B-6AD44648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80423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7BB65-0B88-43EF-AA3D-0639474B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47558-7AC4-4999-AC12-9974FAD3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3C1DE-18DB-4CCD-99D6-F5414CB9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Information, signaling, and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B79CE-EBD5-4B52-A725-C1BAAF79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What can a platform credibly claim before a customer can assess quality?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5E583-ABD2-44C3-8B80-595491FA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84F5B-8575-47B6-B0BD-044E6F5D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8FDC3-2059-4813-A8D7-23283CF7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Ask whether a weak firm could cheaply mimic the signal.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6EE9F-7501-466B-BB7F-CAB90D3B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C7601-CAD5-49C6-90F6-6BD18F55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10958013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DB457-67EE-4A05-B66D-3DEC65F1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830AB-F85A-4873-B43D-1F160831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E3C3A-975B-4D56-B17E-20C46B63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Welfare, surplus, and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7E93E-E6EF-41E8-8C5A-ACCDABD3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What changes for buyers, sellers, and trades under a new policy?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20A6B-E4D4-4AB3-8E00-9F81685C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31C3E-9C66-4CEB-A85B-7BE977B1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C7D67-07C6-4932-9B0F-D2D84C28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Do not confuse a transfer with deadweight loss.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D5CD0-957B-492F-A332-B7AD600F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84C00-27E1-458C-8810-C2BBFA4A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12857108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76BE5-9AB3-48CC-8D26-8E568B82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3C234-66C2-43C3-8CD2-8013C947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F8CAA-9AFE-48A0-98FC-3F631E7A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Behavioral pricing and fairness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7CEF1-15D0-44B9-B571-76FC2CC8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How should a model change when price perception and trust matter?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1B00B-BC21-4375-AAE8-C98D8894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B5F01-F403-4CB5-A4CB-82610593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53E0D-586F-4FA1-A71D-64D53C5A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Design a test that distinguishes reference effects from quality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E183B-CAD7-48F2-BCEB-CD04375E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15719-A255-43D9-8F6F-9A96B229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97832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866E3-845C-4045-A9CA-1CE49F71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867FC-C1FF-4C85-BA51-825D3CC8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8044F-B086-47DD-9EB2-827986DC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Final project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C2409-37D3-4C88-B5AA-62EAE443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Does the mechanism actually explain the recommendation?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1AF89-5ABE-46C1-A204-5EDCEEF0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8BE63-E3B5-42C9-827D-5DFD593F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C5537-987F-47DC-9939-0FD034FA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Make the evidence, model, and limitation easy to audit.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8F07F-BAD1-4D60-8D18-7A9DF908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6D9A9-FE4E-4AB5-8312-3B48CD22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1386566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2E222-184B-43F2-9D15-BF34406D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ECON-241 / INTERMEDIATE MICROECONOMICS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30266-C07D-4814-8580-F460FC06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WEEK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1CF5F-8114-4396-94C6-2F4F2D1A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Review and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DEE9D-0C75-430E-8A17-D89FF7D8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B53"/>
                </a:solidFill>
              </a:defRPr>
            </a:pPr>
            <a:r>
              <a:rPr sz="1875">
                <a:solidFill>
                  <a:srgbClr val="243B53"/>
                </a:solidFill>
              </a:rPr>
              <a:t>Which model answers the decision in front of us?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C7AE3-D764-46AE-B07F-34FA9F58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6F0F7"/>
          </a:solidFill>
          <a:ln xmlns:a="http://schemas.openxmlformats.org/drawingml/2006/main" w="9525">
            <a:solidFill>
              <a:srgbClr val="BCD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48AEB-EAB3-4DBA-8720-546DC90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B5B"/>
                </a:solidFill>
              </a:defRPr>
            </a:pPr>
            <a:r>
              <a:rPr sz="1350" b="1">
                <a:solidFill>
                  <a:srgbClr val="173B5B"/>
                </a:solidFill>
              </a:rPr>
              <a:t>Working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C73ED-16D5-415E-9A46-C27E7833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B53"/>
                </a:solidFill>
              </a:defRPr>
            </a:pPr>
            <a:r>
              <a:rPr sz="1575">
                <a:solidFill>
                  <a:srgbClr val="243B53"/>
                </a:solidFill>
              </a:rPr>
              <a:t>Name the observation that would make you switch models.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DD7B2-E5C7-4083-A26F-405952F9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86581"/>
                </a:solidFill>
              </a:defRPr>
            </a:pPr>
            <a:r>
              <a:rPr sz="1350">
                <a:solidFill>
                  <a:srgbClr val="486581"/>
                </a:solidFill>
              </a:rPr>
              <a:t>Use the course reader and evidence workbook before making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EFEFF-2E7F-4F10-8D99-F763E22F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AB1"/>
                </a:solidFill>
              </a:defRPr>
            </a:pPr>
            <a:r>
              <a:rPr sz="900">
                <a:solidFill>
                  <a:srgbClr val="829AB1"/>
                </a:solidFill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1800819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2026-07-25T04:06:22.8990000Z</dcterms:created>
  <dcterms:modified xsi:type="dcterms:W3CDTF">2026-07-25T04:06:22.8990000Z</dcterms:modified>
</coreProperties>
</file>